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00000" y="900000"/>
            <a:ext cx="7300000" cy="1000000"/>
          </a:xfrm>
        </p:spPr>
        <p:txBody>
          <a:bodyPr/>
          <a:lstStyle/>
          <a:p>
            <a:r>
              <a:rPr sz="4000" b="1"/>
              <a:t>Office Skill Smoke Test</a:t>
            </a:r>
          </a:p>
        </p:txBody>
      </p:sp>
      <p:sp>
        <p:nvSpPr>
          <p:cNvPr id="3" name="Body"/>
          <p:cNvSpPr/>
          <p:nvPr/>
        </p:nvSpPr>
        <p:spPr>
          <a:xfrm>
            <a:off x="900000" y="2100000"/>
            <a:ext cx="7300000" cy="1600000"/>
          </a:xfrm>
        </p:spPr>
        <p:txBody>
          <a:bodyPr/>
          <a:lstStyle/>
          <a:p>
            <a:r>
              <a:rPr sz="2200"/>
              <a:t>Document, spreadsheet, presentation, and PDF paths exercised.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/>
      <a:lnStyleLst/>
      <a:effectStyleLst/>
      <a:bgFillStyleLst/>
    </a:fmtScheme>
  </a:themeElements>
</a:theme>
</file>